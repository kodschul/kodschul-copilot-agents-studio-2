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Nordwind Consulting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Betrieb und Weiterentwicklung Leitstand – Angebotspräsentation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[Kernaussage aus hitl-gliederung.md]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[Bullet-Point 1]</a:t>
            </a:r>
          </a:p>
          <a:p>
            <a:r>
              <a:t>[Bullet-Point 2]</a:t>
            </a:r>
          </a:p>
          <a:p>
            <a:r>
              <a:t>[Bullet-Point 3]</a:t>
            </a:r>
          </a:p>
          <a:p>
            <a:r>
              <a:t>[Bullet-Point 4]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